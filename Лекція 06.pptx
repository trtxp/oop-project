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5"/>
    <p:sldId id="421" r:id="rId6"/>
    <p:sldId id="443" r:id="rId7"/>
    <p:sldId id="444" r:id="rId8"/>
    <p:sldId id="445" r:id="rId9"/>
    <p:sldId id="446" r:id="rId10"/>
    <p:sldId id="447" r:id="rId11"/>
    <p:sldId id="448" r:id="rId12"/>
    <p:sldId id="471" r:id="rId13"/>
    <p:sldId id="449" r:id="rId14"/>
    <p:sldId id="450" r:id="rId15"/>
    <p:sldId id="451" r:id="rId16"/>
    <p:sldId id="452" r:id="rId17"/>
    <p:sldId id="456" r:id="rId18"/>
    <p:sldId id="457" r:id="rId19"/>
    <p:sldId id="459" r:id="rId20"/>
    <p:sldId id="458" r:id="rId21"/>
    <p:sldId id="460" r:id="rId22"/>
    <p:sldId id="453" r:id="rId23"/>
    <p:sldId id="454" r:id="rId24"/>
    <p:sldId id="455" r:id="rId25"/>
    <p:sldId id="461" r:id="rId26"/>
    <p:sldId id="462" r:id="rId27"/>
    <p:sldId id="463" r:id="rId28"/>
    <p:sldId id="464" r:id="rId29"/>
    <p:sldId id="465" r:id="rId30"/>
    <p:sldId id="466" r:id="rId31"/>
    <p:sldId id="467" r:id="rId32"/>
    <p:sldId id="468" r:id="rId33"/>
    <p:sldId id="469" r:id="rId34"/>
    <p:sldId id="470" r:id="rId35"/>
  </p:sldIdLst>
  <p:sldSz cx="9144000" cy="6858000" type="screen4x3"/>
  <p:notesSz cx="6858000" cy="9144000"/>
  <p:defaultTextStyle>
    <a:defPPr>
      <a:defRPr lang="uk-UA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4" autoAdjust="0"/>
    <p:restoredTop sz="90427" autoAdjust="0"/>
  </p:normalViewPr>
  <p:slideViewPr>
    <p:cSldViewPr snapToGrid="0">
      <p:cViewPr varScale="1">
        <p:scale>
          <a:sx n="74" d="100"/>
          <a:sy n="74" d="100"/>
        </p:scale>
        <p:origin x="1483" y="72"/>
      </p:cViewPr>
      <p:guideLst>
        <p:guide pos="28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280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кажчик місця заповнення заголовк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Покажчик місця заповнення дати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BF223EA-B03E-4244-83B7-F8EDFD62811A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4" name="Покажчик місця заповнення нижнього колонтитула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5" name="Покажчик місця заповнення номера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846824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кажчик місця заповнення заголовк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3" name="Покажчик місця заповненн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027E500-CDC4-47CA-88A4-67DD75AE4736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4" name="Покажчик місця заповнення зображення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uk-UA" noProof="0" dirty="0"/>
          </a:p>
        </p:txBody>
      </p:sp>
      <p:sp>
        <p:nvSpPr>
          <p:cNvPr id="5" name="Покажчик місця заповнення примі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 noProof="0" dirty="0"/>
              <a:t>Зразок тексту</a:t>
            </a:r>
          </a:p>
          <a:p>
            <a:pPr lvl="1"/>
            <a:r>
              <a:rPr lang="uk-UA" noProof="0" dirty="0"/>
              <a:t>Другий рівень</a:t>
            </a:r>
          </a:p>
          <a:p>
            <a:pPr lvl="2"/>
            <a:r>
              <a:rPr lang="uk-UA" noProof="0" dirty="0"/>
              <a:t>Третій рівень</a:t>
            </a:r>
          </a:p>
          <a:p>
            <a:pPr lvl="3"/>
            <a:r>
              <a:rPr lang="uk-UA" noProof="0" dirty="0"/>
              <a:t>Четвертий рівень</a:t>
            </a:r>
          </a:p>
          <a:p>
            <a:pPr lvl="4"/>
            <a:r>
              <a:rPr lang="uk-UA" noProof="0" dirty="0"/>
              <a:t>П’ятий рівень</a:t>
            </a:r>
          </a:p>
        </p:txBody>
      </p:sp>
      <p:sp>
        <p:nvSpPr>
          <p:cNvPr id="6" name="Покажчик місця заповненн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Покажчик місця заповненн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676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Місце для зображення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Місце для нотаток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dirty="0"/>
          </a:p>
        </p:txBody>
      </p:sp>
      <p:sp>
        <p:nvSpPr>
          <p:cNvPr id="10244" name="Місце для номера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uk-UA" altLang="ru-RU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77174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5406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37146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57331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75008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28788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51787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71368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73158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28974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60249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1989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822845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02872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92610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932406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70257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98361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32005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4080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043899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67099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73740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164407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914519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533433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79009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5797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543698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080811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41251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8"/>
          <p:cNvSpPr/>
          <p:nvPr/>
        </p:nvSpPr>
        <p:spPr>
          <a:xfrm>
            <a:off x="-1" y="1905000"/>
            <a:ext cx="9141620" cy="32004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dirty="0"/>
          </a:p>
        </p:txBody>
      </p:sp>
      <p:sp>
        <p:nvSpPr>
          <p:cNvPr id="5" name="Прямокутник 9"/>
          <p:cNvSpPr/>
          <p:nvPr/>
        </p:nvSpPr>
        <p:spPr>
          <a:xfrm>
            <a:off x="-2" y="1795132"/>
            <a:ext cx="9141620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dirty="0"/>
          </a:p>
        </p:txBody>
      </p:sp>
      <p:sp>
        <p:nvSpPr>
          <p:cNvPr id="6" name="Прямокутник 10"/>
          <p:cNvSpPr/>
          <p:nvPr/>
        </p:nvSpPr>
        <p:spPr>
          <a:xfrm>
            <a:off x="-2" y="5142116"/>
            <a:ext cx="9141620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uk-UA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550" y="2079812"/>
            <a:ext cx="7200900" cy="1724092"/>
          </a:xfrm>
        </p:spPr>
        <p:txBody>
          <a:bodyPr rtlCol="0"/>
          <a:lstStyle>
            <a:lvl1pPr algn="ctr" rtl="0">
              <a:defRPr sz="5400"/>
            </a:lvl1pPr>
          </a:lstStyle>
          <a:p>
            <a:r>
              <a:rPr lang="uk-UA" dirty="0"/>
              <a:t>Зразок заголовка</a:t>
            </a:r>
          </a:p>
        </p:txBody>
      </p:sp>
      <p:sp>
        <p:nvSpPr>
          <p:cNvPr id="3" name="Підзаголовок 2"/>
          <p:cNvSpPr>
            <a:spLocks noGrp="1"/>
          </p:cNvSpPr>
          <p:nvPr>
            <p:ph type="subTitle" idx="1"/>
          </p:nvPr>
        </p:nvSpPr>
        <p:spPr>
          <a:xfrm>
            <a:off x="971550" y="3959352"/>
            <a:ext cx="7200900" cy="914400"/>
          </a:xfrm>
        </p:spPr>
        <p:txBody>
          <a:bodyPr rtlCol="0">
            <a:normAutofit/>
          </a:bodyPr>
          <a:lstStyle>
            <a:lvl1pPr marL="0" indent="0" algn="ctr" rtl="0">
              <a:spcBef>
                <a:spcPts val="0"/>
              </a:spcBef>
              <a:buNone/>
              <a:defRPr sz="2000"/>
            </a:lvl1pPr>
            <a:lvl2pPr marL="457200" indent="0" algn="ctr" rtl="0">
              <a:buNone/>
              <a:defRPr sz="2800"/>
            </a:lvl2pPr>
            <a:lvl3pPr marL="914400" indent="0" algn="ctr" rtl="0">
              <a:buNone/>
              <a:defRPr sz="2400"/>
            </a:lvl3pPr>
            <a:lvl4pPr marL="1371600" indent="0" algn="ctr" rtl="0">
              <a:buNone/>
              <a:defRPr sz="2000"/>
            </a:lvl4pPr>
            <a:lvl5pPr marL="1828800" indent="0" algn="ctr" rtl="0">
              <a:buNone/>
              <a:defRPr sz="2000"/>
            </a:lvl5pPr>
            <a:lvl6pPr marL="2286000" indent="0" algn="ctr" rtl="0">
              <a:buNone/>
              <a:defRPr sz="2000"/>
            </a:lvl6pPr>
            <a:lvl7pPr marL="2743200" indent="0" algn="ctr" rtl="0">
              <a:buNone/>
              <a:defRPr sz="2000"/>
            </a:lvl7pPr>
            <a:lvl8pPr marL="3200400" indent="0" algn="ctr" rtl="0">
              <a:buNone/>
              <a:defRPr sz="2000"/>
            </a:lvl8pPr>
            <a:lvl9pPr marL="3657600" indent="0" algn="ctr" rtl="0">
              <a:buNone/>
              <a:defRPr sz="2000"/>
            </a:lvl9pPr>
          </a:lstStyle>
          <a:p>
            <a:r>
              <a:rPr lang="uk-UA" dirty="0"/>
              <a:t>Клацніть, щоб змінити стиль зразка підзаголовка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1367682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uk-UA" dirty="0"/>
              <a:t>Зразок заголовка</a:t>
            </a:r>
          </a:p>
        </p:txBody>
      </p:sp>
      <p:sp>
        <p:nvSpPr>
          <p:cNvPr id="3" name="Покажчик місця заповнення вмісту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4" name="Покажчик місця заповненн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06365-1163-4D8D-96C2-A0E10A74E65F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5" name="Покажчик місця заповненн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6" name="Покажчик місця заповненн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81450711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550" y="2130552"/>
            <a:ext cx="7200900" cy="2359152"/>
          </a:xfrm>
        </p:spPr>
        <p:txBody>
          <a:bodyPr rtlCol="0">
            <a:normAutofit/>
          </a:bodyPr>
          <a:lstStyle>
            <a:lvl1pPr algn="ctr" rtl="0">
              <a:defRPr sz="5400" b="1"/>
            </a:lvl1pPr>
          </a:lstStyle>
          <a:p>
            <a:r>
              <a:rPr lang="uk-UA" dirty="0"/>
              <a:t>Зразок заголовка</a:t>
            </a:r>
          </a:p>
        </p:txBody>
      </p:sp>
      <p:sp>
        <p:nvSpPr>
          <p:cNvPr id="3" name="Покажчик місця заповнення тексту 2"/>
          <p:cNvSpPr>
            <a:spLocks noGrp="1"/>
          </p:cNvSpPr>
          <p:nvPr>
            <p:ph type="body" idx="1"/>
          </p:nvPr>
        </p:nvSpPr>
        <p:spPr>
          <a:xfrm>
            <a:off x="971550" y="4572000"/>
            <a:ext cx="7200900" cy="841248"/>
          </a:xfrm>
        </p:spPr>
        <p:txBody>
          <a:bodyPr rtlCol="0"/>
          <a:lstStyle>
            <a:lvl1pPr marL="0" indent="0" algn="ctr" rtl="0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dirty="0"/>
              <a:t>Зразок тексту</a:t>
            </a:r>
          </a:p>
        </p:txBody>
      </p:sp>
      <p:sp>
        <p:nvSpPr>
          <p:cNvPr id="4" name="Покажчик місця заповненн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426F6-1096-4737-9798-2F8BBC958D41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5" name="Покажчик місця заповненн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6" name="Покажчик місця заповненн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56852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екземпляри вміс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uk-UA" dirty="0"/>
              <a:t>Зразок заголовка</a:t>
            </a:r>
          </a:p>
        </p:txBody>
      </p:sp>
      <p:sp>
        <p:nvSpPr>
          <p:cNvPr id="3" name="Покажчик місця заповнення вмісту 2"/>
          <p:cNvSpPr>
            <a:spLocks noGrp="1"/>
          </p:cNvSpPr>
          <p:nvPr>
            <p:ph sz="half" idx="1"/>
          </p:nvPr>
        </p:nvSpPr>
        <p:spPr>
          <a:xfrm>
            <a:off x="1005840" y="1901952"/>
            <a:ext cx="3429000" cy="4123944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4" name="Покажчик місця заповнення вмісту 3"/>
          <p:cNvSpPr>
            <a:spLocks noGrp="1"/>
          </p:cNvSpPr>
          <p:nvPr>
            <p:ph sz="half" idx="2"/>
          </p:nvPr>
        </p:nvSpPr>
        <p:spPr>
          <a:xfrm>
            <a:off x="4709160" y="1901952"/>
            <a:ext cx="3429000" cy="4123944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5" name="Покажчик місця заповненн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B7D2B4-3B65-445E-99B0-F2A528590D0D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6" name="Покажчик місця заповненн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Покажчик місця заповненн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70280048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uk-UA" dirty="0"/>
              <a:t>Зразок заголовка</a:t>
            </a:r>
          </a:p>
        </p:txBody>
      </p:sp>
      <p:sp>
        <p:nvSpPr>
          <p:cNvPr id="3" name="Покажчик місця заповнення тексту 2"/>
          <p:cNvSpPr>
            <a:spLocks noGrp="1"/>
          </p:cNvSpPr>
          <p:nvPr>
            <p:ph type="body" idx="1"/>
          </p:nvPr>
        </p:nvSpPr>
        <p:spPr>
          <a:xfrm>
            <a:off x="1005840" y="1837464"/>
            <a:ext cx="3429000" cy="766588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/>
            <a:r>
              <a:rPr lang="uk-UA" dirty="0"/>
              <a:t>Зразок тексту</a:t>
            </a:r>
          </a:p>
        </p:txBody>
      </p:sp>
      <p:sp>
        <p:nvSpPr>
          <p:cNvPr id="4" name="Покажчик місця заповнення вмісту 3"/>
          <p:cNvSpPr>
            <a:spLocks noGrp="1"/>
          </p:cNvSpPr>
          <p:nvPr>
            <p:ph sz="half" idx="2"/>
          </p:nvPr>
        </p:nvSpPr>
        <p:spPr>
          <a:xfrm>
            <a:off x="1005840" y="2740733"/>
            <a:ext cx="3429000" cy="3288847"/>
          </a:xfrm>
        </p:spPr>
        <p:txBody>
          <a:bodyPr rtlCol="0">
            <a:normAutofit/>
          </a:bodyPr>
          <a:lstStyle>
            <a:lvl1pPr algn="l" rtl="0">
              <a:defRPr sz="1800"/>
            </a:lvl1pPr>
            <a:lvl2pPr algn="l" rtl="0">
              <a:defRPr sz="1600"/>
            </a:lvl2pPr>
            <a:lvl3pPr algn="l" rtl="0">
              <a:defRPr sz="1400"/>
            </a:lvl3pPr>
            <a:lvl4pPr algn="l" rtl="0">
              <a:defRPr sz="1200"/>
            </a:lvl4pPr>
            <a:lvl5pPr algn="l" rtl="0">
              <a:defRPr sz="1200"/>
            </a:lvl5pPr>
            <a:lvl6pPr algn="l" rtl="0">
              <a:defRPr sz="1200"/>
            </a:lvl6pPr>
            <a:lvl7pPr algn="l" rtl="0">
              <a:defRPr sz="1200"/>
            </a:lvl7pPr>
            <a:lvl8pPr algn="l" rtl="0">
              <a:defRPr sz="1200"/>
            </a:lvl8pPr>
            <a:lvl9pPr algn="l" rtl="0">
              <a:defRPr sz="1200"/>
            </a:lvl9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5" name="Покажчик місця заповнення тексту 4"/>
          <p:cNvSpPr>
            <a:spLocks noGrp="1"/>
          </p:cNvSpPr>
          <p:nvPr>
            <p:ph type="body" sz="quarter" idx="3"/>
          </p:nvPr>
        </p:nvSpPr>
        <p:spPr>
          <a:xfrm>
            <a:off x="4709160" y="1837464"/>
            <a:ext cx="3429000" cy="766588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/>
            <a:r>
              <a:rPr lang="uk-UA" dirty="0"/>
              <a:t>Зразок тексту</a:t>
            </a:r>
          </a:p>
        </p:txBody>
      </p:sp>
      <p:sp>
        <p:nvSpPr>
          <p:cNvPr id="6" name="Покажчик місця заповнення вмісту 5"/>
          <p:cNvSpPr>
            <a:spLocks noGrp="1"/>
          </p:cNvSpPr>
          <p:nvPr>
            <p:ph sz="quarter" idx="4"/>
          </p:nvPr>
        </p:nvSpPr>
        <p:spPr>
          <a:xfrm>
            <a:off x="4709160" y="2740733"/>
            <a:ext cx="3429000" cy="3288847"/>
          </a:xfrm>
        </p:spPr>
        <p:txBody>
          <a:bodyPr rtlCol="0">
            <a:normAutofit/>
          </a:bodyPr>
          <a:lstStyle>
            <a:lvl1pPr algn="l" rtl="0">
              <a:defRPr sz="1800"/>
            </a:lvl1pPr>
            <a:lvl2pPr algn="l" rtl="0">
              <a:defRPr sz="1600"/>
            </a:lvl2pPr>
            <a:lvl3pPr algn="l" rtl="0">
              <a:defRPr sz="1400"/>
            </a:lvl3pPr>
            <a:lvl4pPr algn="l" rtl="0">
              <a:defRPr sz="1200"/>
            </a:lvl4pPr>
            <a:lvl5pPr algn="l" rtl="0">
              <a:defRPr sz="1200"/>
            </a:lvl5pPr>
            <a:lvl6pPr algn="l" rtl="0">
              <a:defRPr sz="1200"/>
            </a:lvl6pPr>
            <a:lvl7pPr algn="l" rtl="0">
              <a:defRPr sz="1200"/>
            </a:lvl7pPr>
            <a:lvl8pPr algn="l" rtl="0">
              <a:defRPr sz="1200"/>
            </a:lvl8pPr>
            <a:lvl9pPr algn="l" rtl="0">
              <a:defRPr sz="1200"/>
            </a:lvl9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7" name="Покажчик місця заповненн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7CCF4-B3C0-40F5-818F-D6313E6D9E46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8" name="Покажчик місця заповненн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9" name="Покажчик місця заповненн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33829053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uk-UA" dirty="0"/>
              <a:t>Зразок заголовка</a:t>
            </a:r>
          </a:p>
        </p:txBody>
      </p:sp>
      <p:sp>
        <p:nvSpPr>
          <p:cNvPr id="3" name="Покажчик місця заповненн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32A30-83ED-4858-925E-CCE9B6101662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4" name="Покажчик місця заповненн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5" name="Покажчик місця заповненн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7834842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а 4"/>
          <p:cNvGrpSpPr>
            <a:grpSpLocks/>
          </p:cNvGrpSpPr>
          <p:nvPr/>
        </p:nvGrpSpPr>
        <p:grpSpPr bwMode="auto">
          <a:xfrm flipV="1">
            <a:off x="1588" y="0"/>
            <a:ext cx="9140825" cy="377825"/>
            <a:chOff x="-1" y="6480048"/>
            <a:chExt cx="12188827" cy="377952"/>
          </a:xfrm>
        </p:grpSpPr>
        <p:sp>
          <p:nvSpPr>
            <p:cNvPr id="3" name="Прямокутник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dirty="0"/>
            </a:p>
          </p:txBody>
        </p:sp>
        <p:sp>
          <p:nvSpPr>
            <p:cNvPr id="4" name="Прямокутник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dirty="0"/>
            </a:p>
          </p:txBody>
        </p:sp>
      </p:grpSp>
      <p:sp>
        <p:nvSpPr>
          <p:cNvPr id="5" name="Покажчик місця заповненн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788888-35D6-42CE-98E0-6E95B9FA44B7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6" name="Покажчик місця заповненн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7" name="Покажчик місця заповненн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5285920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а 7"/>
          <p:cNvGrpSpPr>
            <a:grpSpLocks/>
          </p:cNvGrpSpPr>
          <p:nvPr/>
        </p:nvGrpSpPr>
        <p:grpSpPr bwMode="auto">
          <a:xfrm flipV="1">
            <a:off x="1588" y="0"/>
            <a:ext cx="9140825" cy="377825"/>
            <a:chOff x="-1" y="6480048"/>
            <a:chExt cx="12188827" cy="377952"/>
          </a:xfrm>
        </p:grpSpPr>
        <p:sp>
          <p:nvSpPr>
            <p:cNvPr id="6" name="Прямокутник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dirty="0"/>
            </a:p>
          </p:txBody>
        </p:sp>
        <p:sp>
          <p:nvSpPr>
            <p:cNvPr id="7" name="Прямокутник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dirty="0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02986" y="2350008"/>
            <a:ext cx="3154680" cy="1993392"/>
          </a:xfrm>
        </p:spPr>
        <p:txBody>
          <a:bodyPr rtlCol="0">
            <a:normAutofit/>
          </a:bodyPr>
          <a:lstStyle>
            <a:lvl1pPr algn="l" rtl="0">
              <a:defRPr sz="3400" b="1"/>
            </a:lvl1pPr>
          </a:lstStyle>
          <a:p>
            <a:r>
              <a:rPr lang="uk-UA" dirty="0"/>
              <a:t>Зразок заголовка</a:t>
            </a:r>
          </a:p>
        </p:txBody>
      </p:sp>
      <p:sp>
        <p:nvSpPr>
          <p:cNvPr id="3" name="Покажчик місця заповнення вмісту 2"/>
          <p:cNvSpPr>
            <a:spLocks noGrp="1"/>
          </p:cNvSpPr>
          <p:nvPr>
            <p:ph idx="1"/>
          </p:nvPr>
        </p:nvSpPr>
        <p:spPr>
          <a:xfrm>
            <a:off x="342900" y="758952"/>
            <a:ext cx="4972050" cy="5330952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4" name="Покажчик місця заповнення тексту 3"/>
          <p:cNvSpPr>
            <a:spLocks noGrp="1"/>
          </p:cNvSpPr>
          <p:nvPr>
            <p:ph type="body" sz="half" idx="2"/>
          </p:nvPr>
        </p:nvSpPr>
        <p:spPr>
          <a:xfrm>
            <a:off x="5602986" y="4361688"/>
            <a:ext cx="3154680" cy="1728216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6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/>
            <a:r>
              <a:rPr lang="uk-UA" dirty="0"/>
              <a:t>Зразок тексту</a:t>
            </a:r>
          </a:p>
        </p:txBody>
      </p:sp>
      <p:sp>
        <p:nvSpPr>
          <p:cNvPr id="8" name="Покажчик місця заповненн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72ACE-6BCA-4856-AD9D-B29F93F2C300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9" name="Покажчик місця заповненн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10" name="Покажчик місця заповненн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5809401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а 7"/>
          <p:cNvGrpSpPr>
            <a:grpSpLocks/>
          </p:cNvGrpSpPr>
          <p:nvPr/>
        </p:nvGrpSpPr>
        <p:grpSpPr bwMode="auto">
          <a:xfrm flipV="1">
            <a:off x="1588" y="0"/>
            <a:ext cx="9140825" cy="377825"/>
            <a:chOff x="-1" y="6480048"/>
            <a:chExt cx="12188827" cy="377952"/>
          </a:xfrm>
        </p:grpSpPr>
        <p:sp>
          <p:nvSpPr>
            <p:cNvPr id="6" name="Прямокутник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dirty="0"/>
            </a:p>
          </p:txBody>
        </p:sp>
        <p:sp>
          <p:nvSpPr>
            <p:cNvPr id="7" name="Прямокутник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dirty="0"/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02986" y="2350008"/>
            <a:ext cx="3154680" cy="1993392"/>
          </a:xfrm>
        </p:spPr>
        <p:txBody>
          <a:bodyPr rtlCol="0">
            <a:normAutofit/>
          </a:bodyPr>
          <a:lstStyle>
            <a:lvl1pPr algn="l" rtl="0">
              <a:defRPr sz="3400" b="1"/>
            </a:lvl1pPr>
          </a:lstStyle>
          <a:p>
            <a:r>
              <a:rPr lang="uk-UA" dirty="0"/>
              <a:t>Зразок заголовка</a:t>
            </a:r>
          </a:p>
        </p:txBody>
      </p:sp>
      <p:sp>
        <p:nvSpPr>
          <p:cNvPr id="3" name="Покажчик місця заповнення зображення 2"/>
          <p:cNvSpPr>
            <a:spLocks noGrp="1"/>
          </p:cNvSpPr>
          <p:nvPr>
            <p:ph type="pic" idx="1"/>
          </p:nvPr>
        </p:nvSpPr>
        <p:spPr>
          <a:xfrm>
            <a:off x="113108" y="506104"/>
            <a:ext cx="51435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lvl="0"/>
            <a:endParaRPr lang="uk-UA" noProof="0" dirty="0"/>
          </a:p>
        </p:txBody>
      </p:sp>
      <p:sp>
        <p:nvSpPr>
          <p:cNvPr id="4" name="Покажчик місця заповнення тексту 3"/>
          <p:cNvSpPr>
            <a:spLocks noGrp="1"/>
          </p:cNvSpPr>
          <p:nvPr>
            <p:ph type="body" sz="half" idx="2"/>
          </p:nvPr>
        </p:nvSpPr>
        <p:spPr>
          <a:xfrm>
            <a:off x="5602986" y="4361688"/>
            <a:ext cx="3154680" cy="1728216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600"/>
            </a:lvl1pPr>
            <a:lvl2pPr marL="457200" indent="0" algn="l" rtl="0">
              <a:buNone/>
              <a:defRPr sz="1200"/>
            </a:lvl2pPr>
            <a:lvl3pPr marL="914400" indent="0" algn="l" rtl="0">
              <a:buNone/>
              <a:defRPr sz="1000"/>
            </a:lvl3pPr>
            <a:lvl4pPr marL="1371600" indent="0" algn="l" rtl="0">
              <a:buNone/>
              <a:defRPr sz="900"/>
            </a:lvl4pPr>
            <a:lvl5pPr marL="1828800" indent="0" algn="l" rtl="0">
              <a:buNone/>
              <a:defRPr sz="900"/>
            </a:lvl5pPr>
            <a:lvl6pPr marL="2286000" indent="0" algn="l" rtl="0">
              <a:buNone/>
              <a:defRPr sz="900"/>
            </a:lvl6pPr>
            <a:lvl7pPr marL="2743200" indent="0" algn="l" rtl="0">
              <a:buNone/>
              <a:defRPr sz="900"/>
            </a:lvl7pPr>
            <a:lvl8pPr marL="3200400" indent="0" algn="l" rtl="0">
              <a:buNone/>
              <a:defRPr sz="900"/>
            </a:lvl8pPr>
            <a:lvl9pPr marL="3657600" indent="0" algn="l" rtl="0">
              <a:buNone/>
              <a:defRPr sz="900"/>
            </a:lvl9pPr>
          </a:lstStyle>
          <a:p>
            <a:pPr lvl="0"/>
            <a:r>
              <a:rPr lang="uk-UA" dirty="0"/>
              <a:t>Зразок тексту</a:t>
            </a:r>
          </a:p>
        </p:txBody>
      </p:sp>
      <p:sp>
        <p:nvSpPr>
          <p:cNvPr id="8" name="Покажчик місця заповненн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B8C719-AEF4-4041-BEA6-028FE329BD8D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9" name="Покажчик місця заповненн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10" name="Покажчик місця заповненн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58836381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uk-UA" dirty="0"/>
              <a:t>Зразок заголовка</a:t>
            </a:r>
          </a:p>
        </p:txBody>
      </p:sp>
      <p:sp>
        <p:nvSpPr>
          <p:cNvPr id="3" name="Покажчик місця заповненн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4" name="Покажчик місця заповненн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538FF-4220-4CAD-8EF7-6F824B88170B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5" name="Покажчик місця заповненн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6" name="Покажчик місця заповненн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5938009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eaVert" rtlCol="0"/>
          <a:lstStyle/>
          <a:p>
            <a:r>
              <a:rPr lang="uk-UA" dirty="0"/>
              <a:t>Зразок заголовка</a:t>
            </a:r>
          </a:p>
        </p:txBody>
      </p:sp>
      <p:sp>
        <p:nvSpPr>
          <p:cNvPr id="3" name="Покажчик місця заповненн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eaVert" rtlCol="0"/>
          <a:lstStyle/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  <a:p>
            <a:pPr lvl="2"/>
            <a:r>
              <a:rPr lang="uk-UA" dirty="0"/>
              <a:t>Третій рівень</a:t>
            </a:r>
          </a:p>
          <a:p>
            <a:pPr lvl="3"/>
            <a:r>
              <a:rPr lang="uk-UA" dirty="0"/>
              <a:t>Четвертий рівень</a:t>
            </a:r>
          </a:p>
          <a:p>
            <a:pPr lvl="4"/>
            <a:r>
              <a:rPr lang="uk-UA" dirty="0"/>
              <a:t>П’ятий рівень</a:t>
            </a:r>
          </a:p>
        </p:txBody>
      </p:sp>
      <p:sp>
        <p:nvSpPr>
          <p:cNvPr id="4" name="Покажчик місця заповненн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7A519-04D2-4FFD-9F7D-30472AC69D37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5" name="Покажчик місця заповненн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6" name="Покажчик місця заповненн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38951322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а 8"/>
          <p:cNvGrpSpPr>
            <a:grpSpLocks/>
          </p:cNvGrpSpPr>
          <p:nvPr/>
        </p:nvGrpSpPr>
        <p:grpSpPr bwMode="auto">
          <a:xfrm>
            <a:off x="0" y="6480175"/>
            <a:ext cx="9142413" cy="377825"/>
            <a:chOff x="-1" y="6480048"/>
            <a:chExt cx="12188827" cy="377952"/>
          </a:xfrm>
        </p:grpSpPr>
        <p:sp>
          <p:nvSpPr>
            <p:cNvPr id="7" name="Прямокутник 6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dirty="0"/>
            </a:p>
          </p:txBody>
        </p:sp>
        <p:sp>
          <p:nvSpPr>
            <p:cNvPr id="8" name="Прямокутник 7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uk-UA" dirty="0"/>
            </a:p>
          </p:txBody>
        </p:sp>
      </p:grpSp>
      <p:sp>
        <p:nvSpPr>
          <p:cNvPr id="1027" name="Покажчик місця заповнення назви 1"/>
          <p:cNvSpPr>
            <a:spLocks noGrp="1"/>
          </p:cNvSpPr>
          <p:nvPr>
            <p:ph type="title"/>
          </p:nvPr>
        </p:nvSpPr>
        <p:spPr bwMode="auto">
          <a:xfrm>
            <a:off x="1006475" y="466725"/>
            <a:ext cx="7131050" cy="1233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uk-UA" altLang="ru-RU"/>
              <a:t>Зразок заголовка</a:t>
            </a:r>
          </a:p>
        </p:txBody>
      </p:sp>
      <p:sp>
        <p:nvSpPr>
          <p:cNvPr id="1028" name="Покажчик місця заповнення тексту 2"/>
          <p:cNvSpPr>
            <a:spLocks noGrp="1"/>
          </p:cNvSpPr>
          <p:nvPr>
            <p:ph type="body" idx="1"/>
          </p:nvPr>
        </p:nvSpPr>
        <p:spPr bwMode="auto">
          <a:xfrm>
            <a:off x="1006475" y="1901825"/>
            <a:ext cx="7131050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uk-UA" altLang="ru-RU"/>
              <a:t>Зразок тексту</a:t>
            </a:r>
          </a:p>
          <a:p>
            <a:pPr lvl="1"/>
            <a:r>
              <a:rPr lang="uk-UA" altLang="ru-RU"/>
              <a:t>Другий рівень</a:t>
            </a:r>
          </a:p>
          <a:p>
            <a:pPr lvl="2"/>
            <a:r>
              <a:rPr lang="uk-UA" altLang="ru-RU"/>
              <a:t>Третій рівень</a:t>
            </a:r>
          </a:p>
          <a:p>
            <a:pPr lvl="3"/>
            <a:r>
              <a:rPr lang="uk-UA" altLang="ru-RU"/>
              <a:t>Четвертий рівень</a:t>
            </a:r>
          </a:p>
          <a:p>
            <a:pPr lvl="4"/>
            <a:r>
              <a:rPr lang="uk-UA" altLang="ru-RU"/>
              <a:t>П’ятий рівень</a:t>
            </a:r>
          </a:p>
        </p:txBody>
      </p:sp>
      <p:sp>
        <p:nvSpPr>
          <p:cNvPr id="4" name="Покажчик місця заповнення дати 3"/>
          <p:cNvSpPr>
            <a:spLocks noGrp="1"/>
          </p:cNvSpPr>
          <p:nvPr>
            <p:ph type="dt" sz="half" idx="2"/>
          </p:nvPr>
        </p:nvSpPr>
        <p:spPr>
          <a:xfrm>
            <a:off x="6656388" y="6602413"/>
            <a:ext cx="720725" cy="236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232CB72B-5BDB-4887-A584-36557D066B9B}" type="datetime1">
              <a:rPr lang="uk-UA"/>
              <a:pPr>
                <a:defRPr/>
              </a:pPr>
              <a:t>28.04.2022</a:t>
            </a:fld>
            <a:endParaRPr lang="uk-UA" dirty="0"/>
          </a:p>
        </p:txBody>
      </p:sp>
      <p:sp>
        <p:nvSpPr>
          <p:cNvPr id="5" name="Покажчик місця заповненн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1006475" y="6602413"/>
            <a:ext cx="5368925" cy="236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6" name="Покажчик місця заповненн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7658100" y="6602413"/>
            <a:ext cx="479425" cy="236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uk-UA"/>
              <a:t>‹#›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93" r:id="rId2"/>
    <p:sldLayoutId id="2147483800" r:id="rId3"/>
    <p:sldLayoutId id="2147483794" r:id="rId4"/>
    <p:sldLayoutId id="2147483795" r:id="rId5"/>
    <p:sldLayoutId id="2147483796" r:id="rId6"/>
    <p:sldLayoutId id="2147483801" r:id="rId7"/>
    <p:sldLayoutId id="2147483802" r:id="rId8"/>
    <p:sldLayoutId id="2147483803" r:id="rId9"/>
    <p:sldLayoutId id="2147483797" r:id="rId10"/>
    <p:sldLayoutId id="2147483798" r:id="rId11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Book Antiqua" panose="020406020503050303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Book Antiqua" panose="020406020503050303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Book Antiqua" panose="020406020503050303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Book Antiqua" panose="0204060205030503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Book Antiqua" panose="0204060205030503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Book Antiqua" panose="0204060205030503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Book Antiqua" panose="0204060205030503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400" b="1">
          <a:solidFill>
            <a:schemeClr val="tx1"/>
          </a:solidFill>
          <a:latin typeface="Book Antiqua" panose="02040602050305030304" pitchFamily="18" charset="0"/>
        </a:defRPr>
      </a:lvl9pPr>
    </p:titleStyle>
    <p:bodyStyle>
      <a:lvl1pPr marL="273050" indent="-228600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SzPct val="100000"/>
        <a:buFont typeface="Arial" panose="020B0604020202020204" pitchFamily="34" charset="0"/>
        <a:buChar char="▪"/>
        <a:defRPr sz="2000" kern="1200">
          <a:solidFill>
            <a:srgbClr val="474747"/>
          </a:solidFill>
          <a:latin typeface="+mn-lt"/>
          <a:ea typeface="+mn-ea"/>
          <a:cs typeface="+mn-cs"/>
        </a:defRPr>
      </a:lvl1pPr>
      <a:lvl2pPr marL="593725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SzPct val="100000"/>
        <a:buFont typeface="Arial" panose="020B0604020202020204" pitchFamily="34" charset="0"/>
        <a:buChar char="▪"/>
        <a:defRPr kern="1200">
          <a:solidFill>
            <a:srgbClr val="474747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SzPct val="100000"/>
        <a:buFont typeface="Arial" panose="020B0604020202020204" pitchFamily="34" charset="0"/>
        <a:buChar char="▪"/>
        <a:defRPr sz="1600" kern="1200">
          <a:solidFill>
            <a:srgbClr val="474747"/>
          </a:solidFill>
          <a:latin typeface="+mn-lt"/>
          <a:ea typeface="+mn-ea"/>
          <a:cs typeface="+mn-cs"/>
        </a:defRPr>
      </a:lvl3pPr>
      <a:lvl4pPr marL="1233488" indent="-228600" algn="l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SzPct val="100000"/>
        <a:buFont typeface="Arial" panose="020B0604020202020204" pitchFamily="34" charset="0"/>
        <a:buChar char="▪"/>
        <a:defRPr sz="1400" kern="1200">
          <a:solidFill>
            <a:srgbClr val="474747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lnSpc>
          <a:spcPct val="90000"/>
        </a:lnSpc>
        <a:spcBef>
          <a:spcPts val="800"/>
        </a:spcBef>
        <a:spcAft>
          <a:spcPct val="0"/>
        </a:spcAft>
        <a:buSzPct val="100000"/>
        <a:buFont typeface="Arial" panose="020B0604020202020204" pitchFamily="34" charset="0"/>
        <a:buChar char="▪"/>
        <a:defRPr sz="1400" kern="1200">
          <a:solidFill>
            <a:srgbClr val="474747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3"/>
          <p:cNvSpPr>
            <a:spLocks noGrp="1"/>
          </p:cNvSpPr>
          <p:nvPr>
            <p:ph type="ctrTitle"/>
          </p:nvPr>
        </p:nvSpPr>
        <p:spPr>
          <a:xfrm>
            <a:off x="-135082" y="2222384"/>
            <a:ext cx="9601200" cy="1724025"/>
          </a:xfrm>
        </p:spPr>
        <p:txBody>
          <a:bodyPr/>
          <a:lstStyle/>
          <a:p>
            <a:pPr eaLnBrk="1" hangingPunct="1"/>
            <a:r>
              <a:rPr lang="uk-UA" altLang="ru-RU" dirty="0">
                <a:latin typeface="Arial" panose="020B0604020202020204" pitchFamily="34" charset="0"/>
                <a:cs typeface="Arial" panose="020B0604020202020204" pitchFamily="34" charset="0"/>
              </a:rPr>
              <a:t>Лекція 03-04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1. Псевдоніми для класів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6178" y="1174302"/>
            <a:ext cx="868019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printer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8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uk-UA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uk-UA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uk-UA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       </a:t>
            </a:r>
            <a:r>
              <a:rPr lang="en-US" sz="28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printer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"Hello from C#"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uk-UA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       </a:t>
            </a:r>
            <a:r>
              <a:rPr lang="en-US" sz="28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printer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.Read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uk-UA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96647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1. Псевдоніми для класів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3151" y="797693"/>
            <a:ext cx="850328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HelloApp.</a:t>
            </a:r>
            <a:r>
              <a:rPr lang="en-US" sz="24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Printer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4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HelloApp</a:t>
            </a:r>
            <a:r>
              <a:rPr lang="uk-UA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person.name = 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"Tom"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4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Printer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(person.name);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4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Printer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.Read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name;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7987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2. Статичний імпорт класів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61918" y="965858"/>
            <a:ext cx="885445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8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HelloApp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WriteLine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"Hello from C# 6.0"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Read();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1045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2. Статичний імпорт класів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3152" y="797693"/>
            <a:ext cx="9148743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0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20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Math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HelloApp.</a:t>
            </a:r>
            <a:r>
              <a:rPr lang="en-US" sz="20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Geometry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HelloApp</a:t>
            </a:r>
            <a:r>
              <a:rPr lang="uk-UA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radius = 50;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GetArea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(radius); 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Geometry.GetArea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WriteLine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(result); 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Console.WriteLine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Read(); 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Console.Read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Geometry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GetArea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radius) 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PI * radius * radius; </a:t>
            </a:r>
            <a:r>
              <a:rPr lang="en-US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0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Math.PI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416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3. Методи розширення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3932" y="892523"/>
            <a:ext cx="883798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StringExtension</a:t>
            </a:r>
            <a:endParaRPr lang="en-US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WordCount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c)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counter = 0;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str.Length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] == c)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counter++;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counter;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93686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3. Методи розширення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25120" y="782586"/>
            <a:ext cx="910336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s = 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Привет мир"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c = </a:t>
            </a:r>
            <a:r>
              <a:rPr lang="en-US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ru-RU" sz="2800" b="1" dirty="0">
                <a:solidFill>
                  <a:srgbClr val="A31515"/>
                </a:solidFill>
                <a:latin typeface="Consolas" panose="020B0609020204030204" pitchFamily="49" charset="0"/>
              </a:rPr>
              <a:t>и'</a:t>
            </a:r>
            <a:r>
              <a:rPr lang="ru-RU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s.WordCount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(c);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5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3. Методи розширення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92" y="965200"/>
            <a:ext cx="6938068" cy="56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5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3. Методи розширення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кутник 1"/>
          <p:cNvSpPr/>
          <p:nvPr/>
        </p:nvSpPr>
        <p:spPr>
          <a:xfrm>
            <a:off x="466436" y="1065519"/>
            <a:ext cx="858519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CommonUtil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ListToString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IList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list)</a:t>
            </a:r>
          </a:p>
          <a:p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StringBuilder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B91AF"/>
                </a:solidFill>
                <a:latin typeface="Consolas" panose="020B0609020204030204" pitchFamily="49" charset="0"/>
              </a:rPr>
              <a:t>StringBuilder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uk-UA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list.Count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&gt; 0)</a:t>
            </a:r>
          </a:p>
          <a:p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result.Append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(list[0].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1; i &lt; list.Count; i++)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result.AppendFormat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{0}"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list[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result.ToString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uk-UA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75874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. Локальні функції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89822" y="835986"/>
            <a:ext cx="3554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C# 7.0 (Visual Studio 2017)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73933" y="1205318"/>
            <a:ext cx="90432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GetResult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endParaRPr lang="uk-UA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[] { -3, -2, -1, 0, </a:t>
            </a:r>
            <a:endParaRPr lang="uk-UA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1, 2, 3 });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(result);  </a:t>
            </a: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// 6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00905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. Локальні функції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89822" y="835986"/>
            <a:ext cx="3554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C# 7.0 (Visual Studio 2017)</a:t>
            </a:r>
            <a:endParaRPr lang="en-US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78524" y="1170415"/>
            <a:ext cx="8403021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GetResult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3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[] numbers) {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3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limit = 0;</a:t>
            </a:r>
          </a:p>
          <a:p>
            <a:r>
              <a:rPr lang="ru-RU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ru-RU" sz="2300" b="1" dirty="0">
                <a:solidFill>
                  <a:srgbClr val="008000"/>
                </a:solidFill>
                <a:latin typeface="Consolas" panose="020B0609020204030204" pitchFamily="49" charset="0"/>
              </a:rPr>
              <a:t>// локальная функция</a:t>
            </a:r>
            <a:endParaRPr lang="ru-RU" sz="23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300" b="1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IsMoreThan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3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number) {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3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number &gt; limit;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23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3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result = 0;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3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3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US" sz="23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23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numbers.Length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3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3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3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IsMoreThan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(numbers[</a:t>
            </a:r>
            <a:r>
              <a:rPr lang="en-US" sz="23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]))  {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result += numbers[</a:t>
            </a:r>
            <a:r>
              <a:rPr lang="en-US" sz="23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3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result;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3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147930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uk-UA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Деконструктори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89822" y="835986"/>
            <a:ext cx="3554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C# 7.0 (Visual Studio 2017)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73932" y="1338501"/>
            <a:ext cx="8942439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2B91AF"/>
                </a:solidFill>
                <a:latin typeface="Consolas" panose="020B0609020204030204" pitchFamily="49" charset="0"/>
              </a:rPr>
              <a:t>Person</a:t>
            </a:r>
            <a:r>
              <a:rPr lang="uk-UA" sz="2200" b="1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Age {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Deconstruct(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name,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age){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name = 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.Name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age = 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.Age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3932" y="4139268"/>
            <a:ext cx="904322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Person { Name = </a:t>
            </a:r>
            <a:r>
              <a:rPr lang="en-US" sz="2200" b="1" dirty="0">
                <a:solidFill>
                  <a:srgbClr val="A31515"/>
                </a:solidFill>
                <a:latin typeface="Consolas" panose="020B0609020204030204" pitchFamily="49" charset="0"/>
              </a:rPr>
              <a:t>"Tom"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, Age = 33 };</a:t>
            </a:r>
          </a:p>
          <a:p>
            <a:endParaRPr lang="en-US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name, 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age) = person;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(name);    </a:t>
            </a:r>
            <a:r>
              <a:rPr lang="en-US" sz="2200" b="1" dirty="0">
                <a:solidFill>
                  <a:srgbClr val="008000"/>
                </a:solidFill>
                <a:latin typeface="Consolas" panose="020B0609020204030204" pitchFamily="49" charset="0"/>
              </a:rPr>
              <a:t>// Tom</a:t>
            </a:r>
            <a:endParaRPr lang="en-US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(age);     </a:t>
            </a:r>
            <a:r>
              <a:rPr lang="en-US" sz="2200" b="1" dirty="0">
                <a:solidFill>
                  <a:srgbClr val="008000"/>
                </a:solidFill>
                <a:latin typeface="Consolas" panose="020B0609020204030204" pitchFamily="49" charset="0"/>
              </a:rPr>
              <a:t>// 33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75962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uk-UA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Деконструктори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89822" y="835986"/>
            <a:ext cx="3554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C# 7.0 (Visual Studio 2017)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73933" y="1243611"/>
            <a:ext cx="904322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Person { Name = </a:t>
            </a:r>
            <a:r>
              <a:rPr lang="en-US" sz="2200" b="1" dirty="0">
                <a:solidFill>
                  <a:srgbClr val="A31515"/>
                </a:solidFill>
                <a:latin typeface="Consolas" panose="020B0609020204030204" pitchFamily="49" charset="0"/>
              </a:rPr>
              <a:t>"Tom"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, Age = 33 };</a:t>
            </a:r>
          </a:p>
          <a:p>
            <a:endParaRPr lang="en-US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name, 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age) = person;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(name);    </a:t>
            </a:r>
            <a:r>
              <a:rPr lang="en-US" sz="2200" b="1" dirty="0">
                <a:solidFill>
                  <a:srgbClr val="008000"/>
                </a:solidFill>
                <a:latin typeface="Consolas" panose="020B0609020204030204" pitchFamily="49" charset="0"/>
              </a:rPr>
              <a:t>// Tom</a:t>
            </a:r>
            <a:endParaRPr lang="en-US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(age);     </a:t>
            </a:r>
            <a:r>
              <a:rPr lang="en-US" sz="2200" b="1" dirty="0">
                <a:solidFill>
                  <a:srgbClr val="008000"/>
                </a:solidFill>
                <a:latin typeface="Consolas" panose="020B0609020204030204" pitchFamily="49" charset="0"/>
              </a:rPr>
              <a:t>// 33</a:t>
            </a:r>
            <a:endParaRPr lang="en-US" sz="22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73933" y="4435895"/>
            <a:ext cx="869574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Person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Person { Name = </a:t>
            </a:r>
            <a:r>
              <a:rPr lang="en-US" sz="2200" b="1" dirty="0">
                <a:solidFill>
                  <a:srgbClr val="A31515"/>
                </a:solidFill>
                <a:latin typeface="Consolas" panose="020B0609020204030204" pitchFamily="49" charset="0"/>
              </a:rPr>
              <a:t>"Tom"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, Age = 33 };</a:t>
            </a:r>
          </a:p>
          <a:p>
            <a:endParaRPr lang="en-US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name; </a:t>
            </a:r>
            <a:r>
              <a:rPr lang="en-US" sz="2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age;</a:t>
            </a:r>
            <a:endParaRPr lang="uk-UA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person.Deconstruct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name,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age);</a:t>
            </a:r>
            <a:endParaRPr lang="en-US" sz="2200" b="1" dirty="0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64160" y="3992880"/>
            <a:ext cx="8575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59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Nullable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типи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3933" y="1020652"/>
            <a:ext cx="40270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d = 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32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47040" y="1812997"/>
            <a:ext cx="70510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? z = 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? enabled = 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32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47040" y="3090269"/>
            <a:ext cx="7670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? z1 = 5;</a:t>
            </a:r>
          </a:p>
          <a:p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? enabled1 = 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3200" b="1" dirty="0">
                <a:solidFill>
                  <a:srgbClr val="2B91AF"/>
                </a:solidFill>
                <a:latin typeface="Consolas" panose="020B0609020204030204" pitchFamily="49" charset="0"/>
              </a:rPr>
              <a:t>Double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? s1 = 3.3;</a:t>
            </a:r>
          </a:p>
          <a:p>
            <a:endParaRPr lang="en-US" sz="3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32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Nullable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3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&gt; z2 = 5;</a:t>
            </a:r>
          </a:p>
          <a:p>
            <a:r>
              <a:rPr lang="en-US" sz="32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Nullable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&gt; enabled2 = 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32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Nullable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sz="32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Double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&gt; s2 = 3.3;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00101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Nullable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типи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54000" y="878572"/>
            <a:ext cx="910336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Country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State</a:t>
            </a:r>
            <a:endParaRPr lang="en-US" sz="2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72376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Nullable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типи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75920" y="912287"/>
            <a:ext cx="849376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Nullable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State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&gt; state 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state.HasValue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state.Value.Name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state 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State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 { Name = 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Аргентина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state.HasValue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state.Value.Name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Nullable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&lt;Country&gt; country = null; </a:t>
            </a:r>
            <a:r>
              <a:rPr lang="ru-RU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так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нельзя</a:t>
            </a:r>
            <a:endParaRPr lang="en-US" sz="20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Console.ReadLine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858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Nullable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типи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44856" y="797693"/>
            <a:ext cx="880059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? figure = </a:t>
            </a:r>
            <a:r>
              <a:rPr lang="en-US" sz="26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figure.GetValueOrDefault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());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по умолчанию используется 0</a:t>
            </a:r>
            <a:endParaRPr lang="ru-RU" sz="2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6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figure.GetValueOrDefault</a:t>
            </a:r>
            <a:r>
              <a:rPr lang="en-US" sz="2600" b="1" dirty="0">
                <a:solidFill>
                  <a:srgbClr val="000000"/>
                </a:solidFill>
                <a:latin typeface="Consolas" panose="020B0609020204030204" pitchFamily="49" charset="0"/>
              </a:rPr>
              <a:t>(10));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по умолчанию используется 10</a:t>
            </a:r>
            <a:endParaRPr lang="en-US" sz="2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44856" y="3995678"/>
            <a:ext cx="80660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? x1 =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? x2 =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(x1 == x2)</a:t>
            </a:r>
            <a:r>
              <a:rPr lang="ru-RU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// 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true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объекты равны"</a:t>
            </a:r>
            <a:r>
              <a:rPr lang="ru-RU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объекты не равны"</a:t>
            </a:r>
            <a:r>
              <a:rPr lang="ru-RU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6995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Операц</a:t>
            </a:r>
            <a:r>
              <a:rPr lang="uk-UA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ія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null-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об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єднання </a:t>
            </a:r>
            <a:b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??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6032" y="1413246"/>
            <a:ext cx="87782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? x = </a:t>
            </a:r>
            <a:r>
              <a:rPr lang="en-US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3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y = x ?? 100;  </a:t>
            </a:r>
          </a:p>
          <a:p>
            <a:r>
              <a:rPr lang="ru-RU" sz="3200" b="1" dirty="0">
                <a:solidFill>
                  <a:srgbClr val="008000"/>
                </a:solidFill>
                <a:latin typeface="Consolas" panose="020B0609020204030204" pitchFamily="49" charset="0"/>
              </a:rPr>
              <a:t>// равно 100, так как x равен </a:t>
            </a:r>
            <a:r>
              <a:rPr lang="ru-RU" sz="32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null</a:t>
            </a:r>
            <a:endParaRPr lang="ru-RU" sz="3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3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3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? z = 200;</a:t>
            </a:r>
          </a:p>
          <a:p>
            <a:r>
              <a:rPr lang="ru-RU" sz="3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t = z ?? 44; </a:t>
            </a:r>
          </a:p>
          <a:p>
            <a:r>
              <a:rPr lang="ru-RU" sz="3200" b="1" dirty="0">
                <a:solidFill>
                  <a:srgbClr val="008000"/>
                </a:solidFill>
                <a:latin typeface="Consolas" panose="020B0609020204030204" pitchFamily="49" charset="0"/>
              </a:rPr>
              <a:t>// равно 200, так как z не равен </a:t>
            </a:r>
            <a:r>
              <a:rPr lang="ru-RU" sz="32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null</a:t>
            </a:r>
            <a:endParaRPr lang="en-US" sz="32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6032" y="5401995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x = 44;</a:t>
            </a:r>
          </a:p>
          <a:p>
            <a:r>
              <a:rPr lang="en-US" sz="3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y = x ?? 100;</a:t>
            </a:r>
            <a:endParaRPr lang="en-US" sz="3200" b="1" dirty="0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56032" y="5242560"/>
            <a:ext cx="4389120" cy="1236653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256032" y="5242560"/>
            <a:ext cx="4041648" cy="110744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7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8. Операція умовного 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89822" y="835986"/>
            <a:ext cx="3554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C# 6.0 (Visual Studio 2015)</a:t>
            </a:r>
            <a:endParaRPr lang="en-US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264160" y="1243611"/>
            <a:ext cx="819912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User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Phone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Phone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Phone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Company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Company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Company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Name {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9223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8. Операція умовного 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89822" y="835986"/>
            <a:ext cx="3554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C# 6.0 (Visual Studio 2015)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73933" y="1205318"/>
            <a:ext cx="89424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B91AF"/>
                </a:solidFill>
                <a:latin typeface="Consolas" panose="020B0609020204030204" pitchFamily="49" charset="0"/>
              </a:rPr>
              <a:t>User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latin typeface="Consolas" panose="020B0609020204030204" pitchFamily="49" charset="0"/>
              </a:rPr>
              <a:t>User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user.Phone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latin typeface="Consolas" panose="020B0609020204030204" pitchFamily="49" charset="0"/>
              </a:rPr>
              <a:t>Phone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 Company =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latin typeface="Consolas" panose="020B0609020204030204" pitchFamily="49" charset="0"/>
              </a:rPr>
              <a:t>Company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 Name = 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"Samsung"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}};</a:t>
            </a:r>
          </a:p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companyName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user.Phone.Company.Name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46477" y="2706348"/>
            <a:ext cx="886989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User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User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(user !=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  if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user.Phone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     if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user.Phone.Company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{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          string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companyName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user.Phone.Company.Name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uk-UA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          </a:t>
            </a:r>
            <a:r>
              <a:rPr lang="en-US" sz="20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companyName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uk-UA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uk-UA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b="1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24733" y="2397760"/>
            <a:ext cx="86246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540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8. Операція умовного 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89822" y="835986"/>
            <a:ext cx="3554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C# 6.0 (Visual Studio 2015)</a:t>
            </a:r>
            <a:endParaRPr lang="en-US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375920" y="1559646"/>
            <a:ext cx="874045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(user !=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user.Phone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endParaRPr lang="uk-UA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user.Phone.Company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uk-UA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uk-UA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companyName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user.Phone.Company.Name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uk-UA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   </a:t>
            </a:r>
            <a:r>
              <a:rPr lang="en-US" sz="20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companyName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75920" y="3775279"/>
            <a:ext cx="858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companyName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user?.Phone?.Company?.Name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b="1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491744" y="3484880"/>
            <a:ext cx="86246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203385" y="4628942"/>
            <a:ext cx="89424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User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User();</a:t>
            </a:r>
          </a:p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companyName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user?.Phone?.Company?.Name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?? 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не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установлено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companyName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4749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9. Узагальнення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14669" y="874279"/>
            <a:ext cx="77192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Sum {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14668" y="3076416"/>
            <a:ext cx="735773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object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Sum {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9661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9. Узагальнення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3933" y="1612943"/>
            <a:ext cx="8942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65760" y="1011053"/>
            <a:ext cx="839216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account1 =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 Sum = 5000 };</a:t>
            </a:r>
          </a:p>
          <a:p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account2 =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 Sum = 4000 };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account1.Id = 2;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account2.Id = 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"4356"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id1 = (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)account1.Id;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id2 = (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)account2.Id;</a:t>
            </a:r>
          </a:p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(id1);</a:t>
            </a:r>
          </a:p>
          <a:p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(id2);</a:t>
            </a:r>
            <a:endParaRPr lang="en-US" sz="24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65500" y="4659931"/>
            <a:ext cx="85593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account2 =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 Sum = 4000 };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account2.Id = 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"4356"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id2 = (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)account2.Id; </a:t>
            </a:r>
            <a:endParaRPr lang="uk-UA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4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Исключение</a:t>
            </a: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InvalidCastException</a:t>
            </a:r>
            <a:endParaRPr lang="en-US" sz="2400" b="1" dirty="0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457200" y="4338320"/>
            <a:ext cx="83007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78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9. Узагальнення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04800" y="797693"/>
            <a:ext cx="80670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Id {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Sum {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3152" y="3118558"/>
            <a:ext cx="893064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&gt; account1 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&gt; { Sum = 5000 };</a:t>
            </a:r>
          </a:p>
          <a:p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&gt; account2 = 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&gt; { Sum = 4000 };</a:t>
            </a:r>
          </a:p>
          <a:p>
            <a:r>
              <a:rPr lang="ru-RU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account1.Id = 2;        </a:t>
            </a:r>
            <a:r>
              <a:rPr lang="ru-RU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упаковка не нужна</a:t>
            </a:r>
            <a:endParaRPr lang="ru-RU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account2.Id = </a:t>
            </a:r>
            <a:r>
              <a:rPr lang="en-US" sz="2000" b="1" dirty="0">
                <a:solidFill>
                  <a:srgbClr val="A31515"/>
                </a:solidFill>
                <a:latin typeface="Consolas" panose="020B0609020204030204" pitchFamily="49" charset="0"/>
              </a:rPr>
              <a:t>"4356"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sz="20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u-RU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id1 = account1.Id;  </a:t>
            </a:r>
            <a:r>
              <a:rPr lang="ru-RU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// распаковка не нужна</a:t>
            </a:r>
            <a:endParaRPr lang="ru-RU" sz="2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id2 = account2.Id;</a:t>
            </a:r>
          </a:p>
          <a:p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(id1);</a:t>
            </a:r>
          </a:p>
          <a:p>
            <a:r>
              <a:rPr 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(id2);</a:t>
            </a:r>
            <a:endParaRPr lang="en-US" sz="2000" b="1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144272" y="2966720"/>
            <a:ext cx="86238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07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9. Узагальнення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3680" y="952976"/>
            <a:ext cx="821944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 account2 =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endParaRPr lang="uk-UA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 Sum = 4000 };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account2.Id = 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"4356"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id1 = account2.Id;  </a:t>
            </a: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ошибка компиляции</a:t>
            </a:r>
            <a:endParaRPr lang="en-US" sz="24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14960" y="3296196"/>
            <a:ext cx="61264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id = </a:t>
            </a:r>
            <a:r>
              <a:rPr lang="en-US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66317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9. Узагальнення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74320" y="797693"/>
            <a:ext cx="9093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uk-UA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Swap&lt;</a:t>
            </a:r>
            <a:r>
              <a:rPr lang="fr-FR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fr-F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ref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fr-FR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ref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fr-FR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temp = x;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x = y;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y = temp;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81498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9. Узагальнення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14670" y="878659"/>
            <a:ext cx="77844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x = 7;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y = 25;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Swap&lt;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ref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ref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y);</a:t>
            </a:r>
          </a:p>
          <a:p>
            <a:r>
              <a:rPr lang="es-E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Console.WriteLine(</a:t>
            </a:r>
            <a:r>
              <a:rPr lang="es-E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$"x=</a:t>
            </a:r>
            <a:r>
              <a:rPr lang="es-E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{x}</a:t>
            </a:r>
            <a:r>
              <a:rPr lang="es-E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    y=</a:t>
            </a:r>
            <a:r>
              <a:rPr lang="es-E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{y}</a:t>
            </a:r>
            <a:r>
              <a:rPr lang="es-E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s-E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);  </a:t>
            </a:r>
            <a:endParaRPr lang="uk-UA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s-E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// x=25   y=7</a:t>
            </a:r>
            <a:endParaRPr lang="es-E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s1 = 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"hello"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s2 = 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"bye"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Swap&lt;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ref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s1,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ref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s2);</a:t>
            </a: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$"s1=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{s1}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    s2=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{s2}</a:t>
            </a:r>
            <a:r>
              <a:rPr lang="en-US" sz="2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uk-UA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b="1" dirty="0">
                <a:solidFill>
                  <a:srgbClr val="008000"/>
                </a:solidFill>
                <a:latin typeface="Consolas" panose="020B0609020204030204" pitchFamily="49" charset="0"/>
              </a:rPr>
              <a:t>// s1=bye   s2=hello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716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10. Обмеження узагальнень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кутник 1"/>
          <p:cNvSpPr/>
          <p:nvPr/>
        </p:nvSpPr>
        <p:spPr>
          <a:xfrm>
            <a:off x="161636" y="797693"/>
            <a:ext cx="887152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latin typeface="Consolas" panose="020B0609020204030204" pitchFamily="49" charset="0"/>
              </a:rPr>
              <a:t>Transaction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: Account</a:t>
            </a:r>
          </a:p>
          <a:p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FromAccount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 } 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uk-UA" b="1" dirty="0">
                <a:solidFill>
                  <a:srgbClr val="008000"/>
                </a:solidFill>
                <a:latin typeface="Consolas" panose="020B0609020204030204" pitchFamily="49" charset="0"/>
              </a:rPr>
              <a:t>с </a:t>
            </a:r>
            <a:r>
              <a:rPr lang="uk-UA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какого</a:t>
            </a:r>
            <a:r>
              <a:rPr lang="uk-UA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uk-UA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счета</a:t>
            </a:r>
            <a:r>
              <a:rPr lang="uk-UA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uk-UA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перевод</a:t>
            </a:r>
            <a:endParaRPr lang="uk-U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ToAccount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 }   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uk-UA" b="1" dirty="0">
                <a:solidFill>
                  <a:srgbClr val="008000"/>
                </a:solidFill>
                <a:latin typeface="Consolas" panose="020B0609020204030204" pitchFamily="49" charset="0"/>
              </a:rPr>
              <a:t>на </a:t>
            </a:r>
            <a:r>
              <a:rPr lang="uk-UA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какой</a:t>
            </a:r>
            <a:r>
              <a:rPr lang="uk-UA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uk-UA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счет</a:t>
            </a:r>
            <a:r>
              <a:rPr lang="uk-UA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uk-UA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перевод</a:t>
            </a:r>
            <a:endParaRPr lang="uk-U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Sum {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 }       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сумма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перевода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uk-U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Execute()</a:t>
            </a:r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  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FromAccount.Sum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&gt; Sum)</a:t>
            </a:r>
          </a:p>
          <a:p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FromAccount.Sum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-= Sum;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ToAccount.Sum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+= Sum;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uk-UA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Счет</a:t>
            </a:r>
            <a:r>
              <a:rPr lang="uk-UA" b="1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FromAccount.Id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endParaRPr lang="uk-UA" b="1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uk-UA" b="1" dirty="0">
                <a:solidFill>
                  <a:srgbClr val="A31515"/>
                </a:solidFill>
                <a:latin typeface="Consolas" panose="020B0609020204030204" pitchFamily="49" charset="0"/>
              </a:rPr>
              <a:t>                                    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FromAccount.Sum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$ \n</a:t>
            </a:r>
            <a:endParaRPr lang="uk-UA" b="1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uk-UA" b="1" dirty="0">
                <a:solidFill>
                  <a:srgbClr val="A31515"/>
                </a:solidFill>
                <a:latin typeface="Consolas" panose="020B0609020204030204" pitchFamily="49" charset="0"/>
              </a:rPr>
              <a:t>                                </a:t>
            </a:r>
            <a:r>
              <a:rPr lang="uk-UA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Счет</a:t>
            </a:r>
            <a:r>
              <a:rPr lang="uk-UA" b="1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ToAccount.Id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endParaRPr lang="uk-UA" b="1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uk-UA" b="1" dirty="0">
                <a:solidFill>
                  <a:srgbClr val="A31515"/>
                </a:solidFill>
                <a:latin typeface="Consolas" panose="020B0609020204030204" pitchFamily="49" charset="0"/>
              </a:rPr>
              <a:t>                                    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ToAccount.Sum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uk-UA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uk-UA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Недостаточно</a:t>
            </a:r>
            <a:r>
              <a:rPr lang="uk-UA" b="1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uk-UA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денег</a:t>
            </a:r>
            <a:r>
              <a:rPr lang="uk-UA" b="1" dirty="0">
                <a:solidFill>
                  <a:srgbClr val="A31515"/>
                </a:solidFill>
                <a:latin typeface="Consolas" panose="020B0609020204030204" pitchFamily="49" charset="0"/>
              </a:rPr>
              <a:t> на </a:t>
            </a:r>
            <a:r>
              <a:rPr lang="uk-UA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счете</a:t>
            </a:r>
            <a:r>
              <a:rPr lang="uk-UA" b="1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uk-UA" b="1" dirty="0">
                <a:solidFill>
                  <a:srgbClr val="A31515"/>
                </a:solidFill>
                <a:latin typeface="Consolas" panose="020B0609020204030204" pitchFamily="49" charset="0"/>
              </a:rPr>
              <a:t>                                             </a:t>
            </a:r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FromAccount.Id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</a:p>
          <a:p>
            <a:r>
              <a:rPr lang="uk-U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uk-UA" b="1" dirty="0"/>
          </a:p>
        </p:txBody>
      </p:sp>
    </p:spTree>
    <p:extLst>
      <p:ext uri="{BB962C8B-B14F-4D97-AF65-F5344CB8AC3E}">
        <p14:creationId xmlns:p14="http://schemas.microsoft.com/office/powerpoint/2010/main" val="200499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10. Обмеження узагальнень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кутник 2"/>
          <p:cNvSpPr/>
          <p:nvPr/>
        </p:nvSpPr>
        <p:spPr>
          <a:xfrm>
            <a:off x="235526" y="797693"/>
            <a:ext cx="890847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2B91AF"/>
                </a:solidFill>
                <a:latin typeface="Consolas" panose="020B0609020204030204" pitchFamily="49" charset="0"/>
              </a:rPr>
              <a:t>Program</a:t>
            </a:r>
            <a:endParaRPr lang="en-US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uk-UA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Account acc1 =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Account(1857) { Sum = 4500 };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Account acc2 =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Account(3453) { Sum = 5000 };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Transaction&lt;Account&gt; transaction1 = </a:t>
            </a:r>
            <a:endParaRPr lang="uk-UA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</a:t>
            </a:r>
            <a:r>
              <a:rPr lang="en-US" sz="22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Transaction&lt;Account&gt;</a:t>
            </a:r>
          </a:p>
          <a:p>
            <a:r>
              <a:rPr lang="uk-UA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FromAccount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 acc1,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ToAccount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= acc2,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Sum = 6900</a:t>
            </a:r>
          </a:p>
          <a:p>
            <a:r>
              <a:rPr lang="uk-UA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};</a:t>
            </a: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transaction1.Execute();</a:t>
            </a:r>
          </a:p>
          <a:p>
            <a:endParaRPr lang="uk-UA" sz="2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22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en-US" sz="2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en-US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uk-UA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uk-UA" sz="22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uk-UA" sz="2200" b="1" dirty="0"/>
          </a:p>
        </p:txBody>
      </p:sp>
    </p:spTree>
    <p:extLst>
      <p:ext uri="{BB962C8B-B14F-4D97-AF65-F5344CB8AC3E}">
        <p14:creationId xmlns:p14="http://schemas.microsoft.com/office/powerpoint/2010/main" val="301859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10. Обмеження узагальнень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кутник 3"/>
          <p:cNvSpPr/>
          <p:nvPr/>
        </p:nvSpPr>
        <p:spPr>
          <a:xfrm>
            <a:off x="198581" y="990708"/>
            <a:ext cx="76615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Account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 }</a:t>
            </a:r>
            <a:endParaRPr lang="uk-UA" sz="2400" b="1" dirty="0"/>
          </a:p>
        </p:txBody>
      </p:sp>
      <p:sp>
        <p:nvSpPr>
          <p:cNvPr id="5" name="Прямокутник 4"/>
          <p:cNvSpPr/>
          <p:nvPr/>
        </p:nvSpPr>
        <p:spPr>
          <a:xfrm>
            <a:off x="198581" y="2145299"/>
            <a:ext cx="67155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Transaction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endParaRPr lang="en-US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 }</a:t>
            </a:r>
            <a:endParaRPr lang="uk-UA" sz="2400" b="1" dirty="0"/>
          </a:p>
        </p:txBody>
      </p:sp>
      <p:sp>
        <p:nvSpPr>
          <p:cNvPr id="6" name="Прямокутник 5"/>
          <p:cNvSpPr/>
          <p:nvPr/>
        </p:nvSpPr>
        <p:spPr>
          <a:xfrm>
            <a:off x="198581" y="3299890"/>
            <a:ext cx="65347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Transaction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uk-UA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 }</a:t>
            </a:r>
            <a:endParaRPr lang="uk-UA" sz="2400" b="1" dirty="0"/>
          </a:p>
        </p:txBody>
      </p:sp>
      <p:sp>
        <p:nvSpPr>
          <p:cNvPr id="7" name="Прямокутник 6"/>
          <p:cNvSpPr/>
          <p:nvPr/>
        </p:nvSpPr>
        <p:spPr>
          <a:xfrm>
            <a:off x="198581" y="4315890"/>
            <a:ext cx="84004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2B91AF"/>
                </a:solidFill>
                <a:latin typeface="Consolas" panose="020B0609020204030204" pitchFamily="49" charset="0"/>
              </a:rPr>
              <a:t>MyObj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MyClass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IMyInterface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uk-UA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r>
              <a:rPr lang="en-US" sz="2400" b="1" dirty="0"/>
              <a:t>  </a:t>
            </a:r>
            <a:endParaRPr lang="uk-UA" sz="2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5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"/>
          <p:cNvSpPr>
            <a:spLocks noChangeArrowheads="1"/>
          </p:cNvSpPr>
          <p:nvPr/>
        </p:nvSpPr>
        <p:spPr bwMode="auto">
          <a:xfrm>
            <a:off x="73152" y="89807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/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. Об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uk-UA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є</a:t>
            </a:r>
            <a:r>
              <a:rPr lang="ru-RU" altLang="ru-RU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кти</a:t>
            </a:r>
            <a:r>
              <a:rPr lang="ru-RU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 у </a:t>
            </a:r>
            <a:r>
              <a:rPr lang="en-US" altLang="ru-RU" sz="4000" b="1" dirty="0">
                <a:latin typeface="Arial" panose="020B0604020202020204" pitchFamily="34" charset="0"/>
                <a:cs typeface="Arial" panose="020B0604020202020204" pitchFamily="34" charset="0"/>
              </a:rPr>
              <a:t>switch</a:t>
            </a:r>
            <a:endParaRPr lang="uk-UA" altLang="ru-RU" sz="4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кутник 1"/>
          <p:cNvSpPr/>
          <p:nvPr/>
        </p:nvSpPr>
        <p:spPr>
          <a:xfrm>
            <a:off x="318654" y="945170"/>
            <a:ext cx="990600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uk-UA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i: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…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    break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   case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 x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x.Count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0: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…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 panose="020B06090202040302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 x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x.Count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&gt;= 0 &amp;&amp;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x.Count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&lt;= 10: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	…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uk-UA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uk-UA" sz="24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uk-UA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62829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Оформлення з жовтим обрамленням 16x9">
  <a:themeElements>
    <a:clrScheme name="Banded_Design_Yellow">
      <a:dk1>
        <a:srgbClr val="323232"/>
      </a:dk1>
      <a:lt1>
        <a:sysClr val="window" lastClr="FFFFFF"/>
      </a:lt1>
      <a:dk2>
        <a:srgbClr val="000000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7B5BEA-1A94-46FE-A640-71D5A8BF25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9695C8A-0197-4B9C-A4A6-8EBC4BE03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0C23E2-BFD5-4729-9358-5172987B1BA6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2323</Words>
  <Application>Microsoft Office PowerPoint</Application>
  <PresentationFormat>Екран (4:3)</PresentationFormat>
  <Paragraphs>434</Paragraphs>
  <Slides>31</Slides>
  <Notes>31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31</vt:i4>
      </vt:variant>
    </vt:vector>
  </HeadingPairs>
  <TitlesOfParts>
    <vt:vector size="37" baseType="lpstr">
      <vt:lpstr>Arial</vt:lpstr>
      <vt:lpstr>Book Antiqua</vt:lpstr>
      <vt:lpstr>Calibri</vt:lpstr>
      <vt:lpstr>Consolas</vt:lpstr>
      <vt:lpstr>verdana</vt:lpstr>
      <vt:lpstr>Оформлення з жовтим обрамленням 16x9</vt:lpstr>
      <vt:lpstr>Лекція 03-04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2013-07-31T01:42:42Z</dcterms:created>
  <dcterms:modified xsi:type="dcterms:W3CDTF">2022-04-28T20:51:35Z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</Properties>
</file>